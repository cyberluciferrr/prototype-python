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sldIdLst>
    <p:sldId id="257" r:id="rId5"/>
    <p:sldId id="258" r:id="rId6"/>
    <p:sldId id="261" r:id="rId7"/>
    <p:sldId id="260" r:id="rId8"/>
    <p:sldId id="262" r:id="rId9"/>
    <p:sldId id="264" r:id="rId10"/>
    <p:sldId id="266" r:id="rId11"/>
    <p:sldId id="267" r:id="rId12"/>
    <p:sldId id="268" r:id="rId13"/>
    <p:sldId id="271" r:id="rId14"/>
    <p:sldId id="269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548641"/>
            <a:ext cx="10993549" cy="1560077"/>
          </a:xfrm>
        </p:spPr>
        <p:txBody>
          <a:bodyPr>
            <a:normAutofit/>
          </a:bodyPr>
          <a:lstStyle/>
          <a:p>
            <a:r>
              <a:rPr lang="en-US" sz="7300" dirty="0"/>
              <a:t>PROTOTYPE</a:t>
            </a:r>
            <a:br>
              <a:rPr lang="en-US" dirty="0"/>
            </a:br>
            <a:r>
              <a:rPr lang="en-US" sz="1800" cap="none" dirty="0"/>
              <a:t>(pun intended)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108719"/>
            <a:ext cx="10993546" cy="854960"/>
          </a:xfrm>
        </p:spPr>
        <p:txBody>
          <a:bodyPr>
            <a:normAutofit lnSpcReduction="10000"/>
          </a:bodyPr>
          <a:lstStyle/>
          <a:p>
            <a:pPr algn="r"/>
            <a:r>
              <a:rPr lang="en-US" sz="2000" dirty="0"/>
              <a:t>MUHAMMAD ALI KHAN </a:t>
            </a:r>
          </a:p>
          <a:p>
            <a:pPr algn="r"/>
            <a:r>
              <a:rPr lang="en-US" sz="2000" dirty="0"/>
              <a:t>CYS232035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Typing SPEED Game with Python (</a:t>
            </a:r>
            <a:r>
              <a:rPr lang="en-US" dirty="0" err="1"/>
              <a:t>Tkinter</a:t>
            </a:r>
            <a:r>
              <a:rPr lang="en-US" dirty="0"/>
              <a:t> GUI)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662720C-EA86-00E5-9002-5B69C4164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This is a GUI-based typing game that measures typing speed and accuracy.</a:t>
            </a:r>
            <a:br>
              <a:rPr lang="en-US" sz="3600" dirty="0"/>
            </a:br>
            <a:r>
              <a:rPr lang="en-US" sz="3600" dirty="0"/>
              <a:t>Key features include a timer, WPM counter, score tracker, and leaderboard.</a:t>
            </a:r>
            <a:endParaRPr lang="en-PK" sz="3600" dirty="0"/>
          </a:p>
          <a:p>
            <a:pPr marL="0" indent="0">
              <a:buNone/>
            </a:pPr>
            <a:endParaRPr lang="en-PK" sz="3600" dirty="0"/>
          </a:p>
        </p:txBody>
      </p:sp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2D388-E06F-432E-1E2B-FFA8A8DE1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Technologies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0ABC4-6DB9-29C7-2560-00F44DE48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</a:rPr>
              <a:t>Developed using Python with the </a:t>
            </a:r>
            <a:r>
              <a:rPr kumimoji="0" lang="en-PK" altLang="en-PK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</a:rPr>
              <a:t>Tkinter</a:t>
            </a: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</a:rPr>
              <a:t> library for GUI.</a:t>
            </a:r>
            <a:b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</a:rPr>
              <a:t>Used built-in modules like</a:t>
            </a:r>
            <a:r>
              <a:rPr kumimoji="0" lang="en-US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</a:rPr>
              <a:t> random, time and </a:t>
            </a:r>
            <a:r>
              <a:rPr kumimoji="0" lang="en-US" altLang="en-PK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</a:rPr>
              <a:t>webbrowser</a:t>
            </a:r>
            <a:r>
              <a:rPr kumimoji="0" lang="en-US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kumimoji="0" lang="en-PK" altLang="en-PK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38814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13962-2867-B62E-75D9-D1E1A684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Idea and Workflow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9D767-9A4E-89E4-509C-1FDBB92B1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User enters their name and chooses a timer.</a:t>
            </a:r>
            <a:br>
              <a:rPr lang="en-US" sz="3600" dirty="0"/>
            </a:br>
            <a:r>
              <a:rPr lang="en-US" sz="3600" dirty="0"/>
              <a:t>They type a random paragraph, and the game calculates WPM and score.</a:t>
            </a:r>
            <a:endParaRPr lang="en-PK" sz="3600" dirty="0"/>
          </a:p>
        </p:txBody>
      </p:sp>
    </p:spTree>
    <p:extLst>
      <p:ext uri="{BB962C8B-B14F-4D97-AF65-F5344CB8AC3E}">
        <p14:creationId xmlns:p14="http://schemas.microsoft.com/office/powerpoint/2010/main" val="3919186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E06DF-8D6A-F045-1F4C-FC4766CA8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Structure Overview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A6DED-5DA7-9B48-BA39-F99CBECE1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/>
              <a:t>Code is modular with separate functions for UI, logic, and scoring.</a:t>
            </a:r>
            <a:br>
              <a:rPr lang="en-US" sz="3600" dirty="0"/>
            </a:br>
            <a:r>
              <a:rPr lang="en-US" sz="3600" dirty="0"/>
              <a:t>Main components include:</a:t>
            </a:r>
          </a:p>
          <a:p>
            <a:pPr marL="0" indent="0">
              <a:buNone/>
            </a:pPr>
            <a:r>
              <a:rPr lang="en-US" sz="3600" dirty="0" err="1"/>
              <a:t>start_game</a:t>
            </a:r>
            <a:r>
              <a:rPr lang="en-US" sz="3600" dirty="0"/>
              <a:t>()</a:t>
            </a:r>
          </a:p>
          <a:p>
            <a:pPr marL="0" indent="0">
              <a:buNone/>
            </a:pPr>
            <a:r>
              <a:rPr lang="en-US" sz="3600" dirty="0" err="1"/>
              <a:t>ask_for_username</a:t>
            </a:r>
            <a:r>
              <a:rPr lang="en-US" sz="3600" dirty="0"/>
              <a:t>()</a:t>
            </a:r>
          </a:p>
          <a:p>
            <a:pPr marL="0" indent="0">
              <a:buNone/>
            </a:pPr>
            <a:r>
              <a:rPr lang="en-US" sz="3600" dirty="0" err="1"/>
              <a:t>game_state</a:t>
            </a:r>
            <a:endParaRPr lang="en-PK" sz="3600" dirty="0"/>
          </a:p>
        </p:txBody>
      </p:sp>
    </p:spTree>
    <p:extLst>
      <p:ext uri="{BB962C8B-B14F-4D97-AF65-F5344CB8AC3E}">
        <p14:creationId xmlns:p14="http://schemas.microsoft.com/office/powerpoint/2010/main" val="897832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0B4C2-FF0F-F091-C203-760DDF02A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 Design with </a:t>
            </a:r>
            <a:r>
              <a:rPr lang="en-US" dirty="0" err="1"/>
              <a:t>Tkinter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ED47F-304F-2A86-EE1D-9D6D4A7FC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</a:t>
            </a:r>
            <a:r>
              <a:rPr kumimoji="0" lang="en-PK" altLang="en-PK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widgets like </a:t>
            </a: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Label</a:t>
            </a: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Text</a:t>
            </a: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Button</a:t>
            </a: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PK" altLang="en-PK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Radiobutton</a:t>
            </a: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b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Elements are arranged using </a:t>
            </a: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pack()</a:t>
            </a: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window is </a:t>
            </a:r>
            <a:r>
              <a:rPr kumimoji="0" lang="en-PK" altLang="en-PK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centered</a:t>
            </a: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</a:t>
            </a:r>
            <a:r>
              <a:rPr kumimoji="0" lang="en-PK" altLang="en-PK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center_window</a:t>
            </a: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PK" altLang="en-PK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2326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30C91-A71D-478F-2193-A68B04DD0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Mechanics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211E4-4893-8A02-E8B4-A0EB5F1A1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Countdown is managed using </a:t>
            </a: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after()</a:t>
            </a: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method for smooth timing.</a:t>
            </a:r>
            <a:b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feedback highlights correct and incorrect words using </a:t>
            </a:r>
            <a:r>
              <a:rPr kumimoji="0" lang="en-PK" altLang="en-PK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colo</a:t>
            </a:r>
            <a:r>
              <a:rPr kumimoji="0" lang="en-US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</a:t>
            </a: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 logic</a:t>
            </a:r>
            <a:r>
              <a:rPr kumimoji="0" lang="en-US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PK" altLang="en-PK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16468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7FAFF-C33B-48E6-F9A4-65DCE2759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Leaderboard and WPM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76001-5F31-F6AA-8DD9-C84C9A81B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WPM is calculated based on correct words and time.</a:t>
            </a:r>
            <a:br>
              <a:rPr lang="en-US" sz="3600" dirty="0"/>
            </a:br>
            <a:r>
              <a:rPr lang="en-US" sz="3600" dirty="0"/>
              <a:t>Top 5 scores are stored and displayed in a sorted leaderboard.</a:t>
            </a:r>
            <a:endParaRPr lang="en-PK" sz="3600" dirty="0"/>
          </a:p>
        </p:txBody>
      </p:sp>
    </p:spTree>
    <p:extLst>
      <p:ext uri="{BB962C8B-B14F-4D97-AF65-F5344CB8AC3E}">
        <p14:creationId xmlns:p14="http://schemas.microsoft.com/office/powerpoint/2010/main" val="2299926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FDB3E-7B58-FE25-4D8C-E51315814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Game and Replay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CDEC9-EE07-5F01-AC6C-84D98039E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When time ends, input is disabled and final results are shown.</a:t>
            </a:r>
            <a:br>
              <a:rPr lang="en-US" sz="3600" dirty="0"/>
            </a:br>
            <a:r>
              <a:rPr lang="en-US" sz="3600" dirty="0"/>
              <a:t>Users can replay the game with a single click.</a:t>
            </a:r>
            <a:endParaRPr lang="en-PK" sz="3600" dirty="0"/>
          </a:p>
        </p:txBody>
      </p:sp>
    </p:spTree>
    <p:extLst>
      <p:ext uri="{BB962C8B-B14F-4D97-AF65-F5344CB8AC3E}">
        <p14:creationId xmlns:p14="http://schemas.microsoft.com/office/powerpoint/2010/main" val="1173160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AE9BC-5406-447F-7EE6-C57DCF3F8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PYTHON CONCEPTS USED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27498-039C-0C47-6430-D6AB8A9CF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Structures</a:t>
            </a: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Dictionaries, Lists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 Flow</a:t>
            </a: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If/else, Loops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Handling</a:t>
            </a: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time</a:t>
            </a: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module</a:t>
            </a:r>
            <a:endParaRPr kumimoji="0" lang="en-PK" altLang="en-PK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Functions</a:t>
            </a: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For code modularity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3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For GUI components (Buttons, Labels,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Events</a:t>
            </a: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For user interactions like keyboard presses</a:t>
            </a:r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77749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838E8-1538-5E56-5C70-A01805BC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F077D-6197-606A-5393-38FF04C97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Learned about GUI handling, state management, and real-time updates in Python.</a:t>
            </a:r>
            <a:br>
              <a:rPr lang="en-US" sz="3600" dirty="0"/>
            </a:br>
            <a:r>
              <a:rPr lang="en-US" sz="3600" dirty="0"/>
              <a:t>Future ideas: persistent leaderboard and login.</a:t>
            </a:r>
            <a:endParaRPr lang="en-PK" sz="3600" dirty="0"/>
          </a:p>
        </p:txBody>
      </p:sp>
    </p:spTree>
    <p:extLst>
      <p:ext uri="{BB962C8B-B14F-4D97-AF65-F5344CB8AC3E}">
        <p14:creationId xmlns:p14="http://schemas.microsoft.com/office/powerpoint/2010/main" val="2236498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676EB-EDE2-A52E-3023-8021BF23A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559742"/>
            <a:ext cx="11029616" cy="566738"/>
          </a:xfrm>
        </p:spPr>
        <p:txBody>
          <a:bodyPr/>
          <a:lstStyle/>
          <a:p>
            <a:pPr algn="ctr"/>
            <a:r>
              <a:rPr lang="en-US" dirty="0"/>
              <a:t>SCAN TO GET THE SOURCE CODE</a:t>
            </a:r>
            <a:endParaRPr lang="en-P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740414-6FFB-9A65-FA6A-4D3CE1B5A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1344706"/>
            <a:ext cx="4831080" cy="396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1451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{F825F95A-6634-4881-9490-5648B66EAA4D}tf33552983_win32</Template>
  <TotalTime>44</TotalTime>
  <Words>328</Words>
  <Application>Microsoft Office PowerPoint</Application>
  <PresentationFormat>Widescreen</PresentationFormat>
  <Paragraphs>32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Unicode MS</vt:lpstr>
      <vt:lpstr>Franklin Gothic Book</vt:lpstr>
      <vt:lpstr>Franklin Gothic Demi</vt:lpstr>
      <vt:lpstr>Wingdings 2</vt:lpstr>
      <vt:lpstr>DividendVTI</vt:lpstr>
      <vt:lpstr>PROTOTYPE (pun intended)</vt:lpstr>
      <vt:lpstr>Typing SPEED Game with Python (Tkinter GUI)</vt:lpstr>
      <vt:lpstr>Tools and Technologies</vt:lpstr>
      <vt:lpstr>Game Idea and Workflow</vt:lpstr>
      <vt:lpstr>Code Structure Overview</vt:lpstr>
      <vt:lpstr>GUI Design with Tkinter</vt:lpstr>
      <vt:lpstr>Game Mechanics</vt:lpstr>
      <vt:lpstr>Leaderboard and WPM</vt:lpstr>
      <vt:lpstr>End Game and Replay</vt:lpstr>
      <vt:lpstr>SUMMARY OF PYTHON CONCEPTS USED</vt:lpstr>
      <vt:lpstr>Conclusion</vt:lpstr>
      <vt:lpstr>SCAN TO GET THE SOURCE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Ali Khan</dc:creator>
  <cp:lastModifiedBy>Muhammad Ali Khan</cp:lastModifiedBy>
  <cp:revision>1</cp:revision>
  <dcterms:created xsi:type="dcterms:W3CDTF">2025-05-01T19:14:57Z</dcterms:created>
  <dcterms:modified xsi:type="dcterms:W3CDTF">2025-05-01T20:05:58Z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